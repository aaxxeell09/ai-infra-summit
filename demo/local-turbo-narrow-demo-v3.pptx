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4d9047572a46c3" /><Relationship Type="http://schemas.openxmlformats.org/officeDocument/2006/relationships/extended-properties" Target="/docProps/app.xml" Id="R09353c117e774e15" /><Relationship Type="http://schemas.openxmlformats.org/officeDocument/2006/relationships/officeDocument" Target="/ppt/presentation.xml" Id="R1fe5ae79d53544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13047dca124c24"/>
  </p:sldMasterIdLst>
  <p:notesMasterIdLst>
    <p:notesMasterId xmlns:r="http://schemas.openxmlformats.org/officeDocument/2006/relationships" r:id="Rb3e2b6af2ebe4ab2"/>
  </p:notesMasterIdLst>
  <p:sldIdLst>
    <p:sldId xmlns:r="http://schemas.openxmlformats.org/officeDocument/2006/relationships" id="256" r:id="Rbd3c2e8dba4a4a7a"/>
    <p:sldId xmlns:r="http://schemas.openxmlformats.org/officeDocument/2006/relationships" id="257" r:id="Rfc0f2442f357406e"/>
    <p:sldId xmlns:r="http://schemas.openxmlformats.org/officeDocument/2006/relationships" id="258" r:id="R4880d0a006e14b84"/>
    <p:sldId xmlns:r="http://schemas.openxmlformats.org/officeDocument/2006/relationships" id="259" r:id="R5a2c9ea299c545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1bbcb7ca324d8d" /><Relationship Type="http://schemas.openxmlformats.org/officeDocument/2006/relationships/slideMaster" Target="/ppt/slideMasters/slideMaster1.xml" Id="R2e13047dca124c24" /><Relationship Type="http://schemas.openxmlformats.org/officeDocument/2006/relationships/notesMaster" Target="/ppt/notesMasters/notesMaster1.xml" Id="Rb3e2b6af2ebe4ab2" /><Relationship Type="http://schemas.openxmlformats.org/officeDocument/2006/relationships/presProps" Target="/ppt/presProps.xml" Id="Ra713e535e3ed4907" /><Relationship Type="http://schemas.openxmlformats.org/officeDocument/2006/relationships/tableStyles" Target="/ppt/tableStyles.xml" Id="R3c32e1eea3984fa6" /><Relationship Type="http://schemas.openxmlformats.org/officeDocument/2006/relationships/slide" Target="/ppt/slides/slide1.xml" Id="Rbd3c2e8dba4a4a7a" /><Relationship Type="http://schemas.openxmlformats.org/officeDocument/2006/relationships/slide" Target="/ppt/slides/slide2.xml" Id="Rfc0f2442f357406e" /><Relationship Type="http://schemas.openxmlformats.org/officeDocument/2006/relationships/slide" Target="/ppt/slides/slide3.xml" Id="R4880d0a006e14b84" /><Relationship Type="http://schemas.openxmlformats.org/officeDocument/2006/relationships/slide" Target="/ppt/slides/slide4.xml" Id="R5a2c9ea299c545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b40bd596cf40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837267ef484cc2" /><Relationship Type="http://schemas.openxmlformats.org/officeDocument/2006/relationships/notesMaster" Target="/ppt/notesMasters/notesMaster1.xml" Id="R8fff436b967247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f0dd308d9c4927" /><Relationship Type="http://schemas.openxmlformats.org/officeDocument/2006/relationships/notesMaster" Target="/ppt/notesMasters/notesMaster1.xml" Id="Rf62adfea3a074d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3051a6890f4f52" /><Relationship Type="http://schemas.openxmlformats.org/officeDocument/2006/relationships/notesMaster" Target="/ppt/notesMasters/notesMaster1.xml" Id="R6a56db86e8de42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6400e88c474003" /><Relationship Type="http://schemas.openxmlformats.org/officeDocument/2006/relationships/notesMaster" Target="/ppt/notesMasters/notesMaster1.xml" Id="R46699f7957e843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Pitch: local inference tuning with verified agent actions. Core inference is local. The invoice action is demonstrated by a separate opt-in diagnostic, not a production quality-qualified assistant. Device: Latitude 7455 X Elite 32GB. No promise of a live connection: use the recorded fallback explicitly if SSH is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https://github.com/aaxxeell09/Ai-infra-summit/blob/3498f7d/benchmarks/results/feedback-mcp-1300/README.md and result.json. Source application bf0b317545564d2b59bd5c6b96b1cf78597df70a. GenieX0.6.1 llama.cpp CPU10, Qwen3-4B-Instruct-2507 Q4_0, context4096. Five turns, loop20.4915693s; broader diagnostic31.5338623s is not entire MCP roundtrip. Transport isErrorfalse; existing gradepassedfalse/callsmatchfalse/finalstatetrue/executionoktrue. No quality or performance gate passed. Presenter: switch to live CLI only after connection/hardware exclusivity is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https://github.com/aaxxeell09/Ai-infra-summit/blob/5d4c7c2/eval/results/qairt-repeats-0700.md and six candidate_EXP report files. Source a8c3707741d7bf4e48479bf26fa28a87c46c3f49. Same35unique prompts repeated3times each treatment, not105independent prompts. Control45/105correct; stop58/105correct; invalid39.05% versus9.52%; every blockclarify0/9. Stop_after_tool_call is onlyconfigchange. Meanoftrialmeans788.680→516.741ms; meanoftaskmedians628.295→564.787ms (10.11% reduction), distinctscope. No coldE2E/TPS/sig claim. Energyuncommissioned. HistoricalbaselineNOT_COMPARABLE guard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fixed at deck creation; do not describe pending results as verified. 8Bsource: https://github.com/aaxxeell09/Ai-infra-summit/blob/8685ac5/eval/results/qwen8b-full-1200/README.md. Frontend comparison-contract.md explicitly marks preview/livebridgepending. New binding code3380a65+40tests, nativecombinedjobresultsnotretrieved becauseSSHtimedout. Do not claim allmodels/allarchitectures work, autonomousproductionreadiness, unmeasuredenergygain, or improvednativeTPSfromstopping.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a47cece3842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f62feec4e643e4" /><Relationship Type="http://schemas.openxmlformats.org/officeDocument/2006/relationships/slideLayout" Target="/ppt/slideLayouts/slideLayout1.xml" Id="R707b74af6a2c46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7b74af6a2c46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759d9e118450a" /><Relationship Type="http://schemas.openxmlformats.org/officeDocument/2006/relationships/notesSlide" Target="/ppt/notesSlides/notesSlide1.xml" Id="Rdbb627216db644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a24f633ec43fe" /><Relationship Type="http://schemas.openxmlformats.org/officeDocument/2006/relationships/notesSlide" Target="/ppt/notesSlides/notesSlide2.xml" Id="R5c3762914f2740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9264f37e44961" /><Relationship Type="http://schemas.openxmlformats.org/officeDocument/2006/relationships/chart" Target="/ppt/slides/charts/chart1.xml" Id="Rb73d322fef914ce2" /><Relationship Type="http://schemas.openxmlformats.org/officeDocument/2006/relationships/notesSlide" Target="/ppt/notesSlides/notesSlide3.xml" Id="R86cc7fa5f37c48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7e261173244d7" /><Relationship Type="http://schemas.openxmlformats.org/officeDocument/2006/relationships/notesSlide" Target="/ppt/notesSlides/notesSlide4.xml" Id="R3ed3c16871cc484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inference latency (ms)</c:v>
          </c:tx>
          <c:spPr>
            <a:solidFill xmlns:a="http://schemas.openxmlformats.org/drawingml/2006/main">
              <a:srgbClr val="8CAF22"/>
            </a:solidFill>
          </c:spPr>
          <c:cat>
            <c:strRef>
              <c:f>'Chart Data'!$A$2:$A$3</c:f>
              <c:strCache>
                <c:ptCount val="2"/>
                <c:pt idx="0">
                  <c:v>Standard generation</c:v>
                </c:pt>
                <c:pt idx="1">
                  <c:v>Stop after tool call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788.68</c:v>
                </c:pt>
                <c:pt idx="1">
                  <c:v>516.741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2B2E2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5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B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D9CED-C623-45DC-AE68-A9ACBF77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4D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4D65C"/>
                </a:solidFill>
                <a:latin typeface="Helvetica Neue"/>
                <a:ea typeface="Helvetica Neue"/>
                <a:cs typeface="Helvetica Neue"/>
              </a:rPr>
              <a:t>LOCAL TURBO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C572C-92E5-492C-9A08-C4D96809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inference tuning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with verified agent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C22F8-1B3B-4723-AD25-9E7ECCCF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rPr>
              <a:t>A narrow technical demo on Snapdragon X Elite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6C92C-7D0F-41E0-9AAE-3136581D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rPr>
              <a:t>Real device evidence · September 16, 2026</a:t>
            </a:r>
          </a:p>
        </p:txBody>
      </p:sp>
    </p:spTree>
    <p:extLst>
      <p:ext uri="{BB962C8B-B14F-4D97-AF65-F5344CB8AC3E}">
        <p14:creationId xmlns:p14="http://schemas.microsoft.com/office/powerpoint/2010/main" val="1604035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48818-2340-4085-9F76-CCBE3710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An agent delegates a real file move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5EE03-C311-4226-B1BC-1C8337AC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AF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8CAF22"/>
                </a:solidFill>
                <a:latin typeface="Helvetica Neue"/>
                <a:ea typeface="Helvetica Neue"/>
                <a:cs typeface="Helvetica Neue"/>
              </a:rPr>
              <a:t>MCP → local 4B model → verified workspace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6C153-2EC8-43A8-A96B-46356A76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rPr>
              <a:t>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CA1EC-CE61-40E2-AAC0-20F534FB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drafts/hexagon-invoice.md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A815F-9067-4A3D-8B11-C9FF904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rPr>
              <a:t>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CAF97-6D77-484B-9090-1E3E2A89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902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invoices/2026/hexagon-invoice.md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2A8A7-95D7-4B97-98E8-368C2F0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Same file contents. All surrounding file hashes unchanged.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61EBB-5796-4B90-B8B8-F8C2BCB5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20.49 s feedback loop; model loading excluded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50DAD-5E9A-49AA-B08A-87AA3878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rPr>
              <a:t>Recorded hardware run. The existing exact-call verifier still fails because of extra calls.</a:t>
            </a:r>
          </a:p>
        </p:txBody>
      </p:sp>
    </p:spTree>
    <p:extLst>
      <p:ext uri="{BB962C8B-B14F-4D97-AF65-F5344CB8AC3E}">
        <p14:creationId xmlns:p14="http://schemas.microsoft.com/office/powerpoint/2010/main" val="2119391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9C7B8-9A7D-489F-B1CB-D0A88CF7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Less unnecessary generation on QAIRT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3C2A4-BBAB-40C6-9947-07168766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rPr>
              <a:t>Mean inference latency · milliseconds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7048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3d322fef914ce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A7B6B-6304-4940-A147-1A482423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8CAF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8CAF22"/>
                </a:solidFill>
                <a:latin typeface="Helvetica Neue"/>
                <a:ea typeface="Helvetica Neue"/>
                <a:cs typeface="Helvetica Neue"/>
              </a:rPr>
              <a:t>34.48%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FF2E0-84AB-41DB-939B-E2EE8544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385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observed reduction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8E0C3-EED4-4C94-99DA-12330D6B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rPr>
              <a:t>35 development prompts, three blocks per treatment; sequential, balanced order.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5E6C1-BF9A-453F-99EA-8742853C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rPr>
              <a:t>Gain comes from shorter generation. No native decode-speed or quality-gate win claimed.</a:t>
            </a:r>
          </a:p>
        </p:txBody>
      </p:sp>
    </p:spTree>
    <p:extLst>
      <p:ext uri="{BB962C8B-B14F-4D97-AF65-F5344CB8AC3E}">
        <p14:creationId xmlns:p14="http://schemas.microsoft.com/office/powerpoint/2010/main" val="1191006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B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66E3A-810C-446B-B187-7EE25E01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this demo proves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802BC-0084-42E8-B2AD-5E051B6A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4D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4D65C"/>
                </a:solidFill>
                <a:latin typeface="Helvetica Neue"/>
                <a:ea typeface="Helvetica Neue"/>
                <a:cs typeface="Helvetica Neue"/>
              </a:rPr>
              <a:t>Verified on the laptop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68167-8CA8-4AA5-A16E-FCA8F4B5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MCP can delegate an actual file action.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file move is independently checked.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QAIRT output stopping reduces measured latency.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71C0A-2F5A-41C1-807D-BE1B8644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90725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4D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4D65C"/>
                </a:solidFill>
                <a:latin typeface="Helvetica Neue"/>
                <a:ea typeface="Helvetica Neue"/>
                <a:cs typeface="Helvetica Neue"/>
              </a:rPr>
              <a:t>Still open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710D2-31BE-4B40-890C-72C02FAF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62250"/>
            <a:ext cx="4876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Broader correctness remains insufficient.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latest tuner-to-MCP run needs validation.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frontend finale still uses preview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D8F51-873C-40E2-B37D-5DD80E4F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rPr>
              <a:t>8B candidate: 38/50 correct, including only 2/13 clarification cases. No quality PASS.</a:t>
            </a:r>
          </a:p>
        </p:txBody>
      </p:sp>
    </p:spTree>
    <p:extLst>
      <p:ext uri="{BB962C8B-B14F-4D97-AF65-F5344CB8AC3E}">
        <p14:creationId xmlns:p14="http://schemas.microsoft.com/office/powerpoint/2010/main" val="1926234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2026-09-16T15:11:35.8700000Z</dcterms:created>
  <dcterms:modified xsi:type="dcterms:W3CDTF">2026-09-16T15:11:35.8700000Z</dcterms:modified>
</coreProperties>
</file>
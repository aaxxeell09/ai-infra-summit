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4b3f4071c6408d" /><Relationship Type="http://schemas.openxmlformats.org/officeDocument/2006/relationships/extended-properties" Target="/docProps/app.xml" Id="Ra5997224b5274458" /><Relationship Type="http://schemas.openxmlformats.org/officeDocument/2006/relationships/officeDocument" Target="/ppt/presentation.xml" Id="R37134fdf31c84e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b23afc1b7e4de8"/>
  </p:sldMasterIdLst>
  <p:notesMasterIdLst>
    <p:notesMasterId xmlns:r="http://schemas.openxmlformats.org/officeDocument/2006/relationships" r:id="Rc31a8f24b8674e99"/>
  </p:notesMasterIdLst>
  <p:sldIdLst>
    <p:sldId xmlns:r="http://schemas.openxmlformats.org/officeDocument/2006/relationships" id="256" r:id="R91d93321d4ad4913"/>
    <p:sldId xmlns:r="http://schemas.openxmlformats.org/officeDocument/2006/relationships" id="257" r:id="R511628913e294c0a"/>
    <p:sldId xmlns:r="http://schemas.openxmlformats.org/officeDocument/2006/relationships" id="258" r:id="Rd64bacb7ebc84498"/>
    <p:sldId xmlns:r="http://schemas.openxmlformats.org/officeDocument/2006/relationships" id="259" r:id="Rac09220780da42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d1c2f44c864337" /><Relationship Type="http://schemas.openxmlformats.org/officeDocument/2006/relationships/slideMaster" Target="/ppt/slideMasters/slideMaster1.xml" Id="R06b23afc1b7e4de8" /><Relationship Type="http://schemas.openxmlformats.org/officeDocument/2006/relationships/notesMaster" Target="/ppt/notesMasters/notesMaster1.xml" Id="Rc31a8f24b8674e99" /><Relationship Type="http://schemas.openxmlformats.org/officeDocument/2006/relationships/presProps" Target="/ppt/presProps.xml" Id="R2819330a98cb4571" /><Relationship Type="http://schemas.openxmlformats.org/officeDocument/2006/relationships/tableStyles" Target="/ppt/tableStyles.xml" Id="Rab673d87960d4f70" /><Relationship Type="http://schemas.openxmlformats.org/officeDocument/2006/relationships/slide" Target="/ppt/slides/slide1.xml" Id="R91d93321d4ad4913" /><Relationship Type="http://schemas.openxmlformats.org/officeDocument/2006/relationships/slide" Target="/ppt/slides/slide2.xml" Id="R511628913e294c0a" /><Relationship Type="http://schemas.openxmlformats.org/officeDocument/2006/relationships/slide" Target="/ppt/slides/slide3.xml" Id="Rd64bacb7ebc84498" /><Relationship Type="http://schemas.openxmlformats.org/officeDocument/2006/relationships/slide" Target="/ppt/slides/slide4.xml" Id="Rac09220780da42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707cf529fe48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f45a87431f441c" /><Relationship Type="http://schemas.openxmlformats.org/officeDocument/2006/relationships/notesMaster" Target="/ppt/notesMasters/notesMaster1.xml" Id="R4637fb216c6d48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b8469c5d3244bb" /><Relationship Type="http://schemas.openxmlformats.org/officeDocument/2006/relationships/notesMaster" Target="/ppt/notesMasters/notesMaster1.xml" Id="Re4a9f9ad8edc46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70486b76b64f56" /><Relationship Type="http://schemas.openxmlformats.org/officeDocument/2006/relationships/notesMaster" Target="/ppt/notesMasters/notesMaster1.xml" Id="R06563a78a5414e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0fff48ee624b2d" /><Relationship Type="http://schemas.openxmlformats.org/officeDocument/2006/relationships/notesMaster" Target="/ppt/notesMasters/notesMaster1.xml" Id="Rebd013b0750d4f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Pitch: local inference tuning with verified agent actions. Core inference is local. The invoice action is demonstrated by a separate opt-in diagnostic, not a production quality-qualified assistant. Device: Latitude 7455 X Elite 32GB. No promise of a live connection: use the recorded fallback explicitly if SSH is unavailable.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https://github.com/aaxxeell09/Ai-infra-summit/blob/da59974/benchmarks/results/bound-feedback-mcp-1400/README.md and publication.json. Application source 3380a652dda56b5389c84b2c545fc60645f566ff, clean. Qwen3-4B-Instruct-2507 Q4_0, GenieX0.6.1 llama.cpp CPU, context4096. The tuner selected Fast CPU/10 and Efficient CPU/6. Recommendations, applied parameters, native model/SDK hashes and final files were independently checked. All11 other files unchanged. Feedback loop times19.34653 and26.57673seconds; whole rounds67.89256 and65.53627seconds include tuning and loading. One sequential observation per mode; no causal speedup or energy winner. The Efficient label is exploratory full-trial tokens/J, not a validated task-efficiency claim. Both existing exact-call grades remain false. Use a live CLI only after hardware exclusivity is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https://github.com/aaxxeell09/Ai-infra-summit/blob/5d4c7c2/eval/results/qairt-repeats-0700.md and six candidate_EXP report files. Source a8c3707741d7bf4e48479bf26fa28a87c46c3f49. Same35unique prompts repeated3times each treatment, not105independent prompts. Control45/105correct; stop58/105correct; invalid39.05% versus9.52%; every blockclarify0/9. Stop_after_tool_call is onlyconfigchange. Meanoftrialmeans788.680→516.741ms; meanoftaskmedians628.295→564.787ms (10.11% reduction), distinctscope. No coldE2E/TPS/sig claim. Energyuncommissioned. HistoricalbaselineNOT_COMPARABLE guard remains.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at deck creation: bounded tuner-to-MCP action verified; broader product quality remains unqualified. 8Bsource: https://github.com/aaxxeell09/Ai-infra-summit/blob/8685ac5/eval/results/qwen8b-full-1200/README.md. The frontend live speed path was browser-rehearsed against the Latitude using CPU automatic threads and CPU10. Frontend commit86eb559; backend410931f. Different output lengths, no quality score and no claimed winner. Model routing remains unavailable in live mode. Combined native result from3380a65 was retrieved and independently verified; published inda59974. No frozen quality PASS follows from the public-fixture action. Do not claim allmodels/allarchitectures work, autonomousproductionreadiness, unmeasuredenergygain, or improvednativeTPSfromstopping.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b0c922b3b47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7d508c58924062" /><Relationship Type="http://schemas.openxmlformats.org/officeDocument/2006/relationships/slideLayout" Target="/ppt/slideLayouts/slideLayout1.xml" Id="Rc0e51114bf6d44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e51114bf6d44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31d47471542a5" /><Relationship Type="http://schemas.openxmlformats.org/officeDocument/2006/relationships/notesSlide" Target="/ppt/notesSlides/notesSlide1.xml" Id="R3534f79677f04e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bbc07d9d343d2" /><Relationship Type="http://schemas.openxmlformats.org/officeDocument/2006/relationships/notesSlide" Target="/ppt/notesSlides/notesSlide2.xml" Id="R55c3e85aff2649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a73da06fa4279" /><Relationship Type="http://schemas.openxmlformats.org/officeDocument/2006/relationships/chart" Target="/ppt/slides/charts/chart1.xml" Id="Ra0e76df187824d81" /><Relationship Type="http://schemas.openxmlformats.org/officeDocument/2006/relationships/notesSlide" Target="/ppt/notesSlides/notesSlide3.xml" Id="R68832d76ab6449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c8268d0cd4250" /><Relationship Type="http://schemas.openxmlformats.org/officeDocument/2006/relationships/notesSlide" Target="/ppt/notesSlides/notesSlide4.xml" Id="R9ffc45b49ffe40e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inference latency (ms)</c:v>
          </c:tx>
          <c:spPr>
            <a:solidFill xmlns:a="http://schemas.openxmlformats.org/drawingml/2006/main">
              <a:srgbClr val="304FF5"/>
            </a:solidFill>
          </c:spPr>
          <c:cat>
            <c:strRef>
              <c:f>'Chart Data'!$A$2:$A$3</c:f>
              <c:strCache>
                <c:ptCount val="2"/>
                <c:pt idx="0">
                  <c:v>Standard generation</c:v>
                </c:pt>
                <c:pt idx="1">
                  <c:v>Stop after tool call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788.68</c:v>
                </c:pt>
                <c:pt idx="1">
                  <c:v>516.741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C2028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0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50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BDE3F-8358-4924-993E-CDE5C704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04F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04FF5"/>
                </a:solidFill>
                <a:latin typeface="Helvetica Neue"/>
                <a:ea typeface="Helvetica Neue"/>
                <a:cs typeface="Helvetica Neue"/>
              </a:rPr>
              <a:t>localturbo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48B4A-CFCF-4EB0-8A6D-32C06D43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C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C2028"/>
                </a:solidFill>
                <a:latin typeface="Helvetica Neue"/>
                <a:ea typeface="Helvetica Neue"/>
                <a:cs typeface="Helvetica Neue"/>
              </a:rPr>
              <a:t>Tune your model.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34A7B-7C20-47F6-B7BC-FA414381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304F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304FF5"/>
                </a:solidFill>
                <a:latin typeface="Helvetica Neue"/>
                <a:ea typeface="Helvetica Neue"/>
                <a:cs typeface="Helvetica Neue"/>
              </a:rPr>
              <a:t>For this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92633-29CC-4046-A75B-857A57DC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Measure the settings. Apply them. Run local AI.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BA84B-704E-4A2A-BE5D-897B5F50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Snapdragon X Elite · AI INFRA SUMMIT 2026</a:t>
            </a:r>
          </a:p>
        </p:txBody>
      </p:sp>
    </p:spTree>
    <p:extLst>
      <p:ext uri="{BB962C8B-B14F-4D97-AF65-F5344CB8AC3E}">
        <p14:creationId xmlns:p14="http://schemas.microsoft.com/office/powerpoint/2010/main" val="17128065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50DAB-E1F9-45B5-A147-7812E99A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C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C2028"/>
                </a:solidFill>
                <a:latin typeface="Helvetica Neue"/>
                <a:ea typeface="Helvetica Neue"/>
                <a:cs typeface="Helvetica Neue"/>
              </a:rPr>
              <a:t>Measured modes drive a real file move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EE76E-269E-4D0E-AC63-15F2DEAE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04F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04FF5"/>
                </a:solidFill>
                <a:latin typeface="Helvetica Neue"/>
                <a:ea typeface="Helvetica Neue"/>
                <a:cs typeface="Helvetica Neue"/>
              </a:rPr>
              <a:t>Tune → apply → MCP → local 4B → verified file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D45B9-3825-486C-A026-9705DB79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Before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38707-92CC-4737-9CB5-81C867E9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902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C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C2028"/>
                </a:solidFill>
                <a:latin typeface="Helvetica Neue"/>
                <a:ea typeface="Helvetica Neue"/>
                <a:cs typeface="Helvetica Neue"/>
              </a:rPr>
              <a:t>drafts/hexagon-invoice.md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D8BA1-335E-4698-B4CA-4273CC61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After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AD70C-AFD6-44D9-ADC0-9CADA2E5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43250"/>
            <a:ext cx="902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C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C2028"/>
                </a:solidFill>
                <a:latin typeface="Helvetica Neue"/>
                <a:ea typeface="Helvetica Neue"/>
                <a:cs typeface="Helvetica Neue"/>
              </a:rPr>
              <a:t>invoices/2026/hexagon-invoice.md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C7659-9904-481A-89F1-2C9DFDC5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C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C2028"/>
                </a:solidFill>
                <a:latin typeface="Helvetica Neue"/>
                <a:ea typeface="Helvetica Neue"/>
                <a:cs typeface="Helvetica Neue"/>
              </a:rPr>
              <a:t>Same file contents. All surrounding file hashes unchanged.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4CD30-09D4-479B-BAF6-6388942E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C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C2028"/>
                </a:solidFill>
                <a:latin typeface="Helvetica Neue"/>
                <a:ea typeface="Helvetica Neue"/>
                <a:cs typeface="Helvetica Neue"/>
              </a:rPr>
              <a:t>Fast: 19.35 s (CPU/10) · Efficient: 26.58 s (CPU/6)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926CE-0EFD-4AB2-8D2D-40454EF7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Both file moves verified. Both exact-call checks failed. Timings exclude loading.</a:t>
            </a:r>
          </a:p>
        </p:txBody>
      </p:sp>
    </p:spTree>
    <p:extLst>
      <p:ext uri="{BB962C8B-B14F-4D97-AF65-F5344CB8AC3E}">
        <p14:creationId xmlns:p14="http://schemas.microsoft.com/office/powerpoint/2010/main" val="18675408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EB255-FDA9-4FCF-9430-5EB2B0E8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C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C2028"/>
                </a:solidFill>
                <a:latin typeface="Helvetica Neue"/>
                <a:ea typeface="Helvetica Neue"/>
                <a:cs typeface="Helvetica Neue"/>
              </a:rPr>
              <a:t>Less unnecessary generation on QAIRT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CB41E-D85C-4A03-8BDD-CFC347A6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Mean inference latency · milliseconds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85800" y="2047875"/>
          <a:ext xmlns:a="http://schemas.openxmlformats.org/drawingml/2006/main" cx="7048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e76df187824d8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328BA-34E0-4E74-958D-EF2BBD70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304F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304FF5"/>
                </a:solidFill>
                <a:latin typeface="Helvetica Neue"/>
                <a:ea typeface="Helvetica Neue"/>
                <a:cs typeface="Helvetica Neue"/>
              </a:rPr>
              <a:t>34.48%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B3AA3-AFB5-48D9-831A-EF8CB211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385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C2028"/>
                </a:solidFill>
                <a:latin typeface="Helvetica Neue"/>
                <a:ea typeface="Helvetica Neue"/>
                <a:cs typeface="Helvetica Neue"/>
              </a:rPr>
              <a:t>observed reduction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E0167-7850-4D90-8EFE-C6A63357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35 development prompts, three blocks per treatment; sequential, balanced order.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A470A-64B2-47C4-BB66-F4BA0985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Gain comes from shorter generation. No native decode-speed or quality-gate win claimed.</a:t>
            </a:r>
          </a:p>
        </p:txBody>
      </p:sp>
    </p:spTree>
    <p:extLst>
      <p:ext uri="{BB962C8B-B14F-4D97-AF65-F5344CB8AC3E}">
        <p14:creationId xmlns:p14="http://schemas.microsoft.com/office/powerpoint/2010/main" val="4983429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28F74-ABB3-4304-B5FE-C149C579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C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C2028"/>
                </a:solidFill>
                <a:latin typeface="Helvetica Neue"/>
                <a:ea typeface="Helvetica Neue"/>
                <a:cs typeface="Helvetica Neue"/>
              </a:rPr>
              <a:t>Real device evidence. Clear next steps.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41BD5-9D66-4F7B-9EC2-E7728C94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04F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04FF5"/>
                </a:solidFill>
                <a:latin typeface="Helvetica Neue"/>
                <a:ea typeface="Helvetica Neue"/>
                <a:cs typeface="Helvetica Neue"/>
              </a:rPr>
              <a:t>Verified on the laptop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254A3-89CE-496B-83FA-7EE4917B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857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C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C2028"/>
                </a:solidFill>
                <a:latin typeface="Helvetica Neue"/>
                <a:ea typeface="Helvetica Neue"/>
                <a:cs typeface="Helvetica Neue"/>
              </a:rPr>
              <a:t>Live answers use selected CPU settings.</a:t>
            </a:r>
          </a:p>
          <a:p xmlns:a="http://schemas.openxmlformats.org/drawingml/2006/main">
            <a:pPr>
              <a:defRPr sz="2100" b="0">
                <a:solidFill>
                  <a:srgbClr val="1C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C2028"/>
                </a:solidFill>
                <a:latin typeface="Helvetica Neue"/>
                <a:ea typeface="Helvetica Neue"/>
                <a:cs typeface="Helvetica Neue"/>
              </a:rPr>
              <a:t>MCP performs a verified file move.</a:t>
            </a:r>
          </a:p>
          <a:p xmlns:a="http://schemas.openxmlformats.org/drawingml/2006/main">
            <a:pPr>
              <a:defRPr sz="2100" b="0">
                <a:solidFill>
                  <a:srgbClr val="1C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C2028"/>
                </a:solidFill>
                <a:latin typeface="Helvetica Neue"/>
                <a:ea typeface="Helvetica Neue"/>
                <a:cs typeface="Helvetica Neue"/>
              </a:rPr>
              <a:t>QAIRT output stopping lowers measured latency.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CDACE-118B-4970-B143-D126954A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90725"/>
            <a:ext cx="487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04F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04FF5"/>
                </a:solidFill>
                <a:latin typeface="Helvetica Neue"/>
                <a:ea typeface="Helvetica Neue"/>
                <a:cs typeface="Helvetica Neue"/>
              </a:rPr>
              <a:t>Still open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BFA89-7CEE-46CE-A562-AAA5EA36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62250"/>
            <a:ext cx="48768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C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C2028"/>
                </a:solidFill>
                <a:latin typeface="Helvetica Neue"/>
                <a:ea typeface="Helvetica Neue"/>
                <a:cs typeface="Helvetica Neue"/>
              </a:rPr>
              <a:t>Broader task correctness.</a:t>
            </a:r>
          </a:p>
          <a:p xmlns:a="http://schemas.openxmlformats.org/drawingml/2006/main">
            <a:pPr>
              <a:defRPr sz="2100" b="0">
                <a:solidFill>
                  <a:srgbClr val="1C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C2028"/>
                </a:solidFill>
                <a:latin typeface="Helvetica Neue"/>
                <a:ea typeface="Helvetica Neue"/>
                <a:cs typeface="Helvetica Neue"/>
              </a:rPr>
              <a:t>Task-level energy measurement.</a:t>
            </a:r>
          </a:p>
          <a:p xmlns:a="http://schemas.openxmlformats.org/drawingml/2006/main">
            <a:pPr>
              <a:defRPr sz="2100" b="0">
                <a:solidFill>
                  <a:srgbClr val="1C20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C2028"/>
                </a:solidFill>
                <a:latin typeface="Helvetica Neue"/>
                <a:ea typeface="Helvetica Neue"/>
                <a:cs typeface="Helvetica Neue"/>
              </a:rPr>
              <a:t>Calibrated multi-model routing.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3A3E8-2D3B-4DB0-AAB0-992DB4A7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8B candidate: 38/50 correct, including only 2/13 clarification cases. No quality PASS.</a:t>
            </a:r>
          </a:p>
        </p:txBody>
      </p:sp>
    </p:spTree>
    <p:extLst>
      <p:ext uri="{BB962C8B-B14F-4D97-AF65-F5344CB8AC3E}">
        <p14:creationId xmlns:p14="http://schemas.microsoft.com/office/powerpoint/2010/main" val="1758957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2026-09-16T17:17:49.9270000Z</dcterms:created>
  <dcterms:modified xsi:type="dcterms:W3CDTF">2026-09-16T17:17:49.9270000Z</dcterms:modified>
</coreProperties>
</file>
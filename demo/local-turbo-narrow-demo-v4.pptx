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8aa26c87d464b" /><Relationship Type="http://schemas.openxmlformats.org/officeDocument/2006/relationships/extended-properties" Target="/docProps/app.xml" Id="R49b8437a43a345d3" /><Relationship Type="http://schemas.openxmlformats.org/officeDocument/2006/relationships/officeDocument" Target="/ppt/presentation.xml" Id="R5cd4d23eaa1d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8095c589fc4eed"/>
  </p:sldMasterIdLst>
  <p:notesMasterIdLst>
    <p:notesMasterId xmlns:r="http://schemas.openxmlformats.org/officeDocument/2006/relationships" r:id="R589d5e905a804346"/>
  </p:notesMasterIdLst>
  <p:sldIdLst>
    <p:sldId xmlns:r="http://schemas.openxmlformats.org/officeDocument/2006/relationships" id="256" r:id="Rd67a9d1a1e184085"/>
    <p:sldId xmlns:r="http://schemas.openxmlformats.org/officeDocument/2006/relationships" id="257" r:id="R711b0fdf799e4cc2"/>
    <p:sldId xmlns:r="http://schemas.openxmlformats.org/officeDocument/2006/relationships" id="258" r:id="Rf21f8529ddd3499a"/>
    <p:sldId xmlns:r="http://schemas.openxmlformats.org/officeDocument/2006/relationships" id="259" r:id="Rdea533babacc44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21997a98b489e" /><Relationship Type="http://schemas.openxmlformats.org/officeDocument/2006/relationships/slideMaster" Target="/ppt/slideMasters/slideMaster1.xml" Id="R0d8095c589fc4eed" /><Relationship Type="http://schemas.openxmlformats.org/officeDocument/2006/relationships/notesMaster" Target="/ppt/notesMasters/notesMaster1.xml" Id="R589d5e905a804346" /><Relationship Type="http://schemas.openxmlformats.org/officeDocument/2006/relationships/presProps" Target="/ppt/presProps.xml" Id="R93513e30126943b7" /><Relationship Type="http://schemas.openxmlformats.org/officeDocument/2006/relationships/tableStyles" Target="/ppt/tableStyles.xml" Id="Rf4eb47bff8384015" /><Relationship Type="http://schemas.openxmlformats.org/officeDocument/2006/relationships/slide" Target="/ppt/slides/slide1.xml" Id="Rd67a9d1a1e184085" /><Relationship Type="http://schemas.openxmlformats.org/officeDocument/2006/relationships/slide" Target="/ppt/slides/slide2.xml" Id="R711b0fdf799e4cc2" /><Relationship Type="http://schemas.openxmlformats.org/officeDocument/2006/relationships/slide" Target="/ppt/slides/slide3.xml" Id="Rf21f8529ddd3499a" /><Relationship Type="http://schemas.openxmlformats.org/officeDocument/2006/relationships/slide" Target="/ppt/slides/slide4.xml" Id="Rdea533babacc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3c2167c9b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679dc9b4db4365" /><Relationship Type="http://schemas.openxmlformats.org/officeDocument/2006/relationships/notesMaster" Target="/ppt/notesMasters/notesMaster1.xml" Id="R74d10408d392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78fbe76e44a94" /><Relationship Type="http://schemas.openxmlformats.org/officeDocument/2006/relationships/notesMaster" Target="/ppt/notesMasters/notesMaster1.xml" Id="R9ac824d813e1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ca87890fb44cc" /><Relationship Type="http://schemas.openxmlformats.org/officeDocument/2006/relationships/notesMaster" Target="/ppt/notesMasters/notesMaster1.xml" Id="R267033ea23de44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b6faa3b7de4d6f" /><Relationship Type="http://schemas.openxmlformats.org/officeDocument/2006/relationships/notesMaster" Target="/ppt/notesMasters/notesMaster1.xml" Id="R9634c5b456a3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Pitch: local inference tuning with verified agent actions. Core inference is local. The invoice action is demonstrated by a separate opt-in diagnostic, not a production quality-qualified assistant. Device: Latitude 7455 X Elite 32GB. No promise of a live connection: use the recorded fallback explicitly if SSH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https://github.com/aaxxeell09/Ai-infra-summit/blob/da59974/benchmarks/results/bound-feedback-mcp-1400/README.md and publication.json. Application source 3380a652dda56b5389c84b2c545fc60645f566ff, clean. Qwen3-4B-Instruct-2507 Q4_0, GenieX0.6.1 llama.cpp CPU, context4096. The tuner selected Fast CPU/10 and Efficient CPU/6. Recommendations, applied parameters, native model/SDK hashes and final files were independently checked. All11 other files unchanged. Feedback loop times19.34653 and26.57673seconds; whole rounds67.89256 and65.53627seconds include tuning and loading. One sequential observation per mode; no causal speedup or energy winner. The Efficient label is exploratory full-trial tokens/J, not a validated task-efficiency claim. Both existing exact-call grades remain false. Use a live CLI only after hardware exclusivity is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https://github.com/aaxxeell09/Ai-infra-summit/blob/5d4c7c2/eval/results/qairt-repeats-0700.md and six candidate_EXP report files. Source a8c3707741d7bf4e48479bf26fa28a87c46c3f49. Same35unique prompts repeated3times each treatment, not105independent prompts. Control45/105correct; stop58/105correct; invalid39.05% versus9.52%; every blockclarify0/9. Stop_after_tool_call is onlyconfigchange. Meanoftrialmeans788.680→516.741ms; meanoftaskmedians628.295→564.787ms (10.11% reduction), distinctscope. No coldE2E/TPS/sig claim. Energyuncommissioned. HistoricalbaselineNOT_COMPARABLE guard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at deck creation: bounded tuner-to-MCP action verified; broader product quality remains unqualified. 8Bsource: https://github.com/aaxxeell09/Ai-infra-summit/blob/8685ac5/eval/results/qwen8b-full-1200/README.md. Frontend comparison-contract.md explicitly marks preview/livebridgepending. Combined native result from3380a65 was retrieved and independently verified; published inda59974. No frozen quality PASS follows from the public-fixture action. Do not claim allmodels/allarchitectures work, autonomousproductionreadiness, unmeasuredenergygain, or improvednativeTPSfromstopping.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07b11264f40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9e8014b8049c6" /><Relationship Type="http://schemas.openxmlformats.org/officeDocument/2006/relationships/slideLayout" Target="/ppt/slideLayouts/slideLayout1.xml" Id="Rfad7cb0a4188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7cb0a4188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4aeb9e8f44631" /><Relationship Type="http://schemas.openxmlformats.org/officeDocument/2006/relationships/notesSlide" Target="/ppt/notesSlides/notesSlide1.xml" Id="Rf23496248a55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064a5026c470e" /><Relationship Type="http://schemas.openxmlformats.org/officeDocument/2006/relationships/notesSlide" Target="/ppt/notesSlides/notesSlide2.xml" Id="R42fa0a8a0bc3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34f94504f4dd2" /><Relationship Type="http://schemas.openxmlformats.org/officeDocument/2006/relationships/chart" Target="/ppt/slides/charts/chart1.xml" Id="R054f0f1459694e67" /><Relationship Type="http://schemas.openxmlformats.org/officeDocument/2006/relationships/notesSlide" Target="/ppt/notesSlides/notesSlide3.xml" Id="Rbe8008a15c3a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5b45c29d9492c" /><Relationship Type="http://schemas.openxmlformats.org/officeDocument/2006/relationships/notesSlide" Target="/ppt/notesSlides/notesSlide4.xml" Id="Rdded71733b0f44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inference latency (ms)</c:v>
          </c:tx>
          <c:spPr>
            <a:solidFill xmlns:a="http://schemas.openxmlformats.org/drawingml/2006/main">
              <a:srgbClr val="8CAF22"/>
            </a:solidFill>
          </c:spPr>
          <c:cat>
            <c:strRef>
              <c:f>'Chart Data'!$A$2:$A$3</c:f>
              <c:strCache>
                <c:ptCount val="2"/>
                <c:pt idx="0">
                  <c:v>Standard generation</c:v>
                </c:pt>
                <c:pt idx="1">
                  <c:v>Stop after tool call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788.68</c:v>
                </c:pt>
                <c:pt idx="1">
                  <c:v>516.741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2B2E2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A771D-366E-4BA7-98CA-9DBBFD2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rPr>
              <a:t>LOCAL TURBO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D55B8-B811-48A6-9567-CA30F6B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inference tuning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 verified agent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5AE62-3BBD-4358-961F-89331D21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A narrow technical demo on Snapdragon X Elite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95A0D-DE1F-4092-AF8E-00ABF59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Real device evidence · September 16, 2026</a:t>
            </a:r>
          </a:p>
        </p:txBody>
      </p:sp>
    </p:spTree>
    <p:extLst>
      <p:ext uri="{BB962C8B-B14F-4D97-AF65-F5344CB8AC3E}">
        <p14:creationId xmlns:p14="http://schemas.microsoft.com/office/powerpoint/2010/main" val="947438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0C020-AEFD-4482-91DD-1D690E2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Measured modes drive a real file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CCD50-77F3-4A25-87E0-F8E75F58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rPr>
              <a:t>Tune → apply → MCP → local 4B → verified file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124BD-E268-49BB-A5BD-E7464C0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1ADF0-02AD-4248-9ACB-EA22F04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drafts/hexagon-invoice.md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EBD66-9004-4C7F-9EA0-AFE982F6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06614-4621-43B6-B6EC-33D67E0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902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invoices/2026/hexagon-invoice.md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BC71F-B2E9-4FDF-9E99-20ED6A4C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Same file contents. All surrounding file hashes unchanged.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F896E-2F8D-4657-B1DA-4EAECDC6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Fast: 19.35 s (CPU/10) · Efficient: 26.58 s (CPU/6)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395CF-62C0-4D1B-866F-8F1B7177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Both file moves verified. Both exact-call checks failed. Timings exclude loading.</a:t>
            </a:r>
          </a:p>
        </p:txBody>
      </p:sp>
    </p:spTree>
    <p:extLst>
      <p:ext uri="{BB962C8B-B14F-4D97-AF65-F5344CB8AC3E}">
        <p14:creationId xmlns:p14="http://schemas.microsoft.com/office/powerpoint/2010/main" val="248999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70AAC-DCDE-4B49-8271-3A39AE3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Less unnecessary generation on QAIRT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FB779-B121-4A7D-B80C-28AC4D6F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Mean inference latency · milliseconds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4f0f1459694e6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9D222-51CD-4016-8757-B115A08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8CAF22"/>
                </a:solidFill>
                <a:latin typeface="Helvetica Neue"/>
                <a:ea typeface="Helvetica Neue"/>
                <a:cs typeface="Helvetica Neue"/>
              </a:rPr>
              <a:t>34.48%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5C008-FDDB-4A3B-93B8-CF92D70A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385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B2E2A"/>
                </a:solidFill>
                <a:latin typeface="Helvetica Neue"/>
                <a:ea typeface="Helvetica Neue"/>
                <a:cs typeface="Helvetica Neue"/>
              </a:rPr>
              <a:t>observed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26CBB-E879-43A5-95E4-02ACEEE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35 development prompts, three blocks per treatment; sequential, balanced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D3361-1B3E-489C-A442-D1001345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0665D"/>
                </a:solidFill>
                <a:latin typeface="Helvetica Neue"/>
                <a:ea typeface="Helvetica Neue"/>
                <a:cs typeface="Helvetica Neue"/>
              </a:rPr>
              <a:t>Gain comes from shorter generation. No native decode-speed or quality-gate win claimed.</a:t>
            </a:r>
          </a:p>
        </p:txBody>
      </p:sp>
    </p:spTree>
    <p:extLst>
      <p:ext uri="{BB962C8B-B14F-4D97-AF65-F5344CB8AC3E}">
        <p14:creationId xmlns:p14="http://schemas.microsoft.com/office/powerpoint/2010/main" val="1157467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B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4E13E-30CB-4A11-8011-CE7A742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this demo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563B4-C530-4E73-9AC5-505213D6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rPr>
              <a:t>Verified on the laptop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9029E-4AE5-482B-95E2-EC4B939A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MCP can delegate an actual file action.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file move is independently checked.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QAIRT output stopping reduces measured latency.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00747-802F-4706-B408-F7573400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0725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4D65C"/>
                </a:solidFill>
                <a:latin typeface="Helvetica Neue"/>
                <a:ea typeface="Helvetica Neue"/>
                <a:cs typeface="Helvetica Neue"/>
              </a:rPr>
              <a:t>Still 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49772-04F4-4433-ADD0-577CBBE2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4876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Broader correctness remains insufficient.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Task-level efficiency needs validation.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frontend finale still uses preview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FC522-DB65-4184-B42C-79F9B49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FD2C9"/>
                </a:solidFill>
                <a:latin typeface="Helvetica Neue"/>
                <a:ea typeface="Helvetica Neue"/>
                <a:cs typeface="Helvetica Neue"/>
              </a:rPr>
              <a:t>8B candidate: 38/50 correct, including only 2/13 clarification cases. No quality PASS.</a:t>
            </a:r>
          </a:p>
        </p:txBody>
      </p:sp>
    </p:spTree>
    <p:extLst>
      <p:ext uri="{BB962C8B-B14F-4D97-AF65-F5344CB8AC3E}">
        <p14:creationId xmlns:p14="http://schemas.microsoft.com/office/powerpoint/2010/main" val="1096710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2026-09-16T16:42:06.3230000Z</dcterms:created>
  <dcterms:modified xsi:type="dcterms:W3CDTF">2026-09-16T16:42:06.3230000Z</dcterms:modified>
</coreProperties>
</file>